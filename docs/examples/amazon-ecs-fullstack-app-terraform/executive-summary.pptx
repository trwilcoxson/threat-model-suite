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6B6D4"/>
                </a:solidFill>
                <a:latin typeface="Consolas"/>
              </a:rPr>
              <a:t>CONSOLIDATED SECURITY ASSESSMENT  ·  THREAT MODEL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AWS ECS Fullstack App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(Terraform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EBCCB"/>
                </a:solidFill>
                <a:latin typeface="Calibri"/>
              </a:rPr>
              <a:t>STRIDE-LM · PASTA · OWASP Risk Rating · LINDDUN · SOC 2 / CIS / NIST / ISO · CVSS v3.1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80560"/>
            <a:ext cx="4206240" cy="960120"/>
          </a:xfrm>
          <a:prstGeom prst="roundRect">
            <a:avLst/>
          </a:prstGeom>
          <a:solidFill>
            <a:srgbClr val="2A1414"/>
          </a:solidFill>
          <a:ln w="19050">
            <a:solidFill>
              <a:srgbClr val="C0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90288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B4A8"/>
                </a:solidFill>
                <a:latin typeface="Consolas"/>
              </a:rPr>
              <a:t>OVERALL SECURITY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64608"/>
            <a:ext cx="3840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8A7A"/>
                </a:solidFill>
                <a:latin typeface="Consolas"/>
              </a:rPr>
              <a:t>CONCERNING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480560"/>
            <a:ext cx="1572768" cy="96012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590288"/>
            <a:ext cx="15727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B6D4"/>
                </a:solidFill>
                <a:latin typeface="Consolas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047488"/>
            <a:ext cx="15727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EBCCB"/>
                </a:solidFill>
                <a:latin typeface="Calibri"/>
              </a:rPr>
              <a:t>unique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480560"/>
            <a:ext cx="1572768" cy="96012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590288"/>
            <a:ext cx="15727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B6D4"/>
                </a:solidFill>
                <a:latin typeface="Consolas"/>
              </a:rPr>
              <a:t>11 / 11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047488"/>
            <a:ext cx="15727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EBCCB"/>
                </a:solidFill>
                <a:latin typeface="Calibri"/>
              </a:rPr>
              <a:t>H / M /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4480560"/>
            <a:ext cx="1572768" cy="96012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590288"/>
            <a:ext cx="15727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B6D4"/>
                </a:solidFill>
                <a:latin typeface="Consolas"/>
              </a:rPr>
              <a:t>KC03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47488"/>
            <a:ext cx="15727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EBCCB"/>
                </a:solidFill>
                <a:latin typeface="Calibri"/>
              </a:rPr>
              <a:t>composite CRITICAL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4480560"/>
            <a:ext cx="1572768" cy="96012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4590288"/>
            <a:ext cx="15727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B6D4"/>
                </a:solidFill>
                <a:latin typeface="Consolas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5047488"/>
            <a:ext cx="15727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EBCCB"/>
                </a:solidFill>
                <a:latin typeface="Calibri"/>
              </a:rPr>
              <a:t>present-with-evidence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875"/>
                </a:solidFill>
                <a:latin typeface="Calibri"/>
              </a:rPr>
              <a:t>Data class: non-personal product catalog (INTERNAL) · 2026-07-11 · Deduplicated per validation merge clusters C1–C13 (49 records → 28 issues)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1274552" cy="17373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108356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The system defaults to OPEN on every axis — no auth/authz anywhere, both public ALBs are HTTP-only, CORS reflects any origin, egress is unrestricted, and there is no WAF, image/dependency scanning, or security logging.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The one material mitigant is the data class: a non-personal product catalog (INTERNAL), which caps confidentiality-driven impact and keeps every individual finding at or below HIGH. The genuinely CRITICAL-grade risk is COMPOSITE — the KC03 CI/CD chain runs from a stolen PAT or poisoned dependency, through a no-approval auto-deploy and a privileged build, to account-wide privilege escalation — undetected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2536"/>
                </a:solidFill>
                <a:latin typeface="Calibri"/>
              </a:rPr>
              <a:t>Findings by Severity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1828800" cy="1097280"/>
          </a:xfrm>
          <a:prstGeom prst="round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520440"/>
            <a:ext cx="1828800" cy="1097280"/>
          </a:xfrm>
          <a:prstGeom prst="round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365760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onsolas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42519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3520440"/>
            <a:ext cx="1828800" cy="10972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365760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42519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3520440"/>
            <a:ext cx="1828800" cy="10972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365760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42519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3520440"/>
            <a:ext cx="1828800" cy="10972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65760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6B6D4"/>
                </a:solidFill>
                <a:latin typeface="Consolas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2519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2536"/>
                </a:solidFill>
                <a:latin typeface="Calibri"/>
              </a:rPr>
              <a:t>Key 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80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7490"/>
                </a:solidFill>
                <a:latin typeface="Consolas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875"/>
                </a:solidFill>
                <a:latin typeface="Calibri"/>
              </a:rPr>
              <a:t>Components Assessed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1488" y="525780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1488" y="534924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7490"/>
                </a:solidFill>
                <a:latin typeface="Consolas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585216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875"/>
                </a:solidFill>
                <a:latin typeface="Calibri"/>
              </a:rPr>
              <a:t>Data Flows Mapped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65776" y="525780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6" y="534924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7490"/>
                </a:solidFill>
                <a:latin typeface="Consola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5776" y="585216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875"/>
                </a:solidFill>
                <a:latin typeface="Calibri"/>
              </a:rPr>
              <a:t>Trust Boundaries Identified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0064" y="525780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0064" y="534924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7490"/>
                </a:solidFill>
                <a:latin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0064" y="585216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875"/>
                </a:solidFill>
                <a:latin typeface="Calibri"/>
              </a:rPr>
              <a:t>Threat Actors Modeled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74352" y="525780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534924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7490"/>
                </a:solidFill>
                <a:latin typeface="Consolas"/>
              </a:rPr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585216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875"/>
                </a:solidFill>
                <a:latin typeface="Calibri"/>
              </a:rPr>
              <a:t>Unique 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Top 3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74552" cy="15727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" cy="157276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99032"/>
            <a:ext cx="548640" cy="548640"/>
          </a:xfrm>
          <a:prstGeom prst="round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99032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34416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KC03 — CI/CD → production RCE → cloud account takeover (composite CRITICAL)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09928"/>
            <a:ext cx="10149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7490"/>
                </a:solidFill>
                <a:latin typeface="Consolas"/>
              </a:rPr>
              <a:t>CodePipeline / CodeBuild / DevOps role (C9, C10, R3)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02536"/>
            <a:ext cx="101498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A stolen GitHub PAT (TM-012) or poisoned :latest/EOL dependency (TM-018) auto-deploys with no approval gate (TM-013) into a privileged build (TM-015), then escalates via the DevOps role's RegisterTaskDefinition + RunTask + PassRole * (TM-016) to account-wide control — undetected end to end. Full compromise of the running app and the AWS account with no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11274552" cy="15727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128016" cy="1572768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36392"/>
            <a:ext cx="548640" cy="548640"/>
          </a:xfrm>
          <a:prstGeom prst="round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136392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8152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KC01 — Anonymous economic / availability denial (HIGH)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47288"/>
            <a:ext cx="10149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7490"/>
                </a:solidFill>
                <a:latin typeface="Consolas"/>
              </a:rPr>
              <a:t>Server API / API ALB / DynamoDB (C2, C5, D1)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39896"/>
            <a:ext cx="101498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No auth (TM-001) + no rate limit (TM-004) + a full-table DynamoDB scan per request on PAY_PER_REQUEST (TM-005) lets a trivial unauthenticated script drive unbounded AWS spend and saturate the 4-task ceiling — direct financial loss and API outage.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15727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128016" cy="1572768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873752"/>
            <a:ext cx="548640" cy="548640"/>
          </a:xfrm>
          <a:prstGeom prst="round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73752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1888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Arbitrary code execution in production (TM-013 / TM-015, individual HIGH, Impact=5)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84648"/>
            <a:ext cx="10149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7490"/>
                </a:solidFill>
                <a:latin typeface="Consolas"/>
              </a:rPr>
              <a:t>CodePipeline / CodeBuild (C9, C10, C11)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77256"/>
            <a:ext cx="101498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The no-approval pipeline and the privileged Docker-in-Docker build each independently allow attacker code to reach production with the build's IAM identity — an integrity/availability compromise and a route to account takeover.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IV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Risk Overlay — Attack Surface &amp; Kill Chains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8046720" cy="5486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isk-overlay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75" y="1188720"/>
            <a:ext cx="5145490" cy="5394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123444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Kill Chains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91640"/>
            <a:ext cx="3200400" cy="1051560"/>
          </a:xfrm>
          <a:prstGeom prst="roundRect">
            <a:avLst/>
          </a:prstGeom>
          <a:solidFill>
            <a:srgbClr val="1A2536"/>
          </a:solidFill>
          <a:ln w="15240">
            <a:solidFill>
              <a:srgbClr val="C0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76479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KC01</a:t>
            </a:r>
            <a:r>
              <a:rPr sz="950" b="1" i="0">
                <a:solidFill>
                  <a:srgbClr val="C0392A"/>
                </a:solidFill>
                <a:latin typeface="Consolas"/>
              </a:rPr>
              <a:t> 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57400"/>
            <a:ext cx="297180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3CFDC"/>
                </a:solidFill>
                <a:latin typeface="Calibri"/>
              </a:rPr>
              <a:t>Anonymous economic/availability denial with zero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880360"/>
            <a:ext cx="3200400" cy="1051560"/>
          </a:xfrm>
          <a:prstGeom prst="roundRect">
            <a:avLst/>
          </a:prstGeom>
          <a:solidFill>
            <a:srgbClr val="1A2536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95351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KC02</a:t>
            </a:r>
            <a:r>
              <a:rPr sz="950" b="1" i="0">
                <a:solidFill>
                  <a:srgbClr val="B45309"/>
                </a:solidFill>
                <a:latin typeface="Consolas"/>
              </a:rPr>
              <a:t> 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246120"/>
            <a:ext cx="297180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3CFDC"/>
                </a:solidFill>
                <a:latin typeface="Calibri"/>
              </a:rPr>
              <a:t>On-path HTTP interception → malicious content executed in a victim's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069080"/>
            <a:ext cx="3200400" cy="1051560"/>
          </a:xfrm>
          <a:prstGeom prst="roundRect">
            <a:avLst/>
          </a:prstGeom>
          <a:solidFill>
            <a:srgbClr val="1A2536"/>
          </a:solidFill>
          <a:ln w="1524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414223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KC03</a:t>
            </a:r>
            <a:r>
              <a:rPr sz="950" b="1" i="0">
                <a:solidFill>
                  <a:srgbClr val="7F1D1D"/>
                </a:solidFill>
                <a:latin typeface="Consolas"/>
              </a:rPr>
              <a:t>  CRITICAL (composite)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434840"/>
            <a:ext cx="297180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3CFDC"/>
                </a:solidFill>
                <a:latin typeface="Calibri"/>
              </a:rPr>
              <a:t>CI/CD compromise → production RCE → account-wide privilege escalation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5257800"/>
            <a:ext cx="3200400" cy="1051560"/>
          </a:xfrm>
          <a:prstGeom prst="roundRect">
            <a:avLst/>
          </a:prstGeom>
          <a:solidFill>
            <a:srgbClr val="1A2536"/>
          </a:solidFill>
          <a:ln w="15240">
            <a:solidFill>
              <a:srgbClr val="C0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5330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KC04</a:t>
            </a:r>
            <a:r>
              <a:rPr sz="950" b="1" i="0">
                <a:solidFill>
                  <a:srgbClr val="C0392A"/>
                </a:solidFill>
                <a:latin typeface="Consolas"/>
              </a:rPr>
              <a:t> 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623560"/>
            <a:ext cx="297180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3CFDC"/>
                </a:solidFill>
                <a:latin typeface="Calibri"/>
              </a:rPr>
              <a:t>Container foothold → IMDS credential theft → cloud privilege escalation &amp; exfiltration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VII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VII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Highest-Severity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566928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AEBCCB"/>
                </a:solidFill>
                <a:latin typeface="Calibri"/>
              </a:rPr>
              <a:t>11 HIGH · 11 MEDIUM · 6 LOW — the HIGH band shown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53312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main-push auto-deploy to production with no approval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57984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57984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31136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231136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Privileged CodeBuild (Docker-in-Docker) → build-time RCE, container/host escape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35808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35808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TM-004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08960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No WAF / rate limiting / bot control in front of public ALBs — L7 DoS &amp; scraping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13632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13632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86784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TM-005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986784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Unauthenticated full-table scan on every request → cost amplification / economic 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91456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91456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64608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864608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GitHub PAT plaintext in local Terraform state &amp; pipeline config, no rotation/revocation lifecycle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69280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742432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Mutable ECR tags + no scan-on-push → silent image replacement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1280160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1280160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1353312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088" y="1353312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Unpinned :latest base images, no SCA/SBOM, EOL runtime deps → upstream supply-chain implant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2157984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2157984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2231136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TM-021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2231136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No ALB access logs, VPC flow logs, CloudTrail, GuardDuty, or Config → no detection or attribution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3035808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3035808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3108960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TM-001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108960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No authentication/authorization on any endpoint (incl. network-position trust)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3913632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36208" y="3913632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986784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TM-016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088" y="3986784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Over-permissioned DevOps role (broad ECS/S3 action lists + iam:PassRole * on wildcard resources)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6208" y="4791456"/>
            <a:ext cx="5532120" cy="78638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36208" y="4791456"/>
            <a:ext cx="91440" cy="78638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4864608"/>
            <a:ext cx="1188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1220"/>
                </a:solidFill>
                <a:latin typeface="Consolas"/>
              </a:rPr>
              <a:t>GRC-008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C0392A"/>
                </a:solidFill>
                <a:latin typeface="Consolas"/>
              </a:rPr>
              <a:t>L×I=12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4864608"/>
            <a:ext cx="40690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No governance program — policies, risk assessment, incident response, access reviews, training all absent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VIII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VIII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Remediation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566928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AEBCCB"/>
                </a:solidFill>
                <a:latin typeface="Calibri"/>
              </a:rPr>
              <a:t>Sequenced waves — Wave 3 dismantles the composite-CRITICAL KC03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24028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2240280" cy="6400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35024"/>
            <a:ext cx="2057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Wave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65960"/>
            <a:ext cx="2020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5B6875"/>
                </a:solidFill>
                <a:latin typeface="Calibri"/>
              </a:rPr>
              <a:t>Quick wins (immediate, low effort)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2316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5059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R-01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Delete iam:PassRole * from the ECS task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93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4436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R-02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Enable TLS: enable_https=true + ACM cert + HTT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10712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R-03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Restrict CORS to an explicit origin allowlist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04488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R-04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Harden error handling (generic errors + correl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98264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25696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R-08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Gate or disable Swagger in production; drop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204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R-20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Add security headers / CSP to Nginx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8064" y="1280160"/>
            <a:ext cx="224028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98064" y="1280160"/>
            <a:ext cx="2240280" cy="6400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9504" y="1335024"/>
            <a:ext cx="2057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Wave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1965960"/>
            <a:ext cx="2020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5B6875"/>
                </a:solidFill>
                <a:latin typeface="Calibri"/>
              </a:rPr>
              <a:t>Access control &amp; abuse containment (current cycle)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2" y="242316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0944" y="245059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R-05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Add authN/authZ + per-request identity on the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291693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80944" y="294436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R-06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Attach WAF + rate limiting to both ALBs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7792" y="3410712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0944" y="3438144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R-07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Paginated Query + caching instead of full-tabl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38928" y="1280160"/>
            <a:ext cx="224028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38928" y="1280160"/>
            <a:ext cx="2240280" cy="6400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1335024"/>
            <a:ext cx="2057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Wave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6" y="1965960"/>
            <a:ext cx="2020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5B6875"/>
                </a:solidFill>
                <a:latin typeface="Calibri"/>
              </a:rPr>
              <a:t>Supply chain &amp; pipeline (closes KC03)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48656" y="242316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21808" y="245059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R-09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Replace PAT with GitHub App/OIDC from a manage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48656" y="291693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1808" y="294436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R-10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CodePipeline manual-approval + protected main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48656" y="3410712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1808" y="3438144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R-11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ECR IMMUTABLE + scan-on-push + deploy-by-diges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48656" y="3904488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21808" y="3931920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R-12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Blocking SCA/SBOM gates; pin base images by di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48656" y="4398264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21808" y="4425696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R-13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Remove privileged CodeBuild (rootless/kaniko/b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48656" y="489204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21808" y="491947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R-14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Scope DevOps role to specific ARNs; constrain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48656" y="538581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1808" y="541324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R-15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Treat taskdef/appspec as reviewed, version-con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79792" y="1280160"/>
            <a:ext cx="224028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79792" y="1280160"/>
            <a:ext cx="2240280" cy="6400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71232" y="1335024"/>
            <a:ext cx="2057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Wave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1965960"/>
            <a:ext cx="2020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5B6875"/>
                </a:solidFill>
                <a:latin typeface="Calibri"/>
              </a:rPr>
              <a:t>Detection, data protection, resilience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89520" y="242316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62672" y="245059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R-16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Enable ALB access logs + VPC flow logs + Cloud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0" y="291693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62672" y="294436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R-17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S3 versioning + Object Lock/MFA-delete + PAB +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3410712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62672" y="3438144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R-18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VPC endpoints (DynamoDB/S3/ECR/CloudWatch) + 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89520" y="3904488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62672" y="3931920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R-19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NAT gateway per AZ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89520" y="4398264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62672" y="4425696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R-21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Structured/redacted logging + retention alignm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20656" y="1280160"/>
            <a:ext cx="224028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820656" y="1280160"/>
            <a:ext cx="2240280" cy="640080"/>
          </a:xfrm>
          <a:prstGeom prst="roundRect">
            <a:avLst/>
          </a:prstGeom>
          <a:solidFill>
            <a:srgbClr val="1A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12096" y="1335024"/>
            <a:ext cx="2057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Wave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30384" y="1965960"/>
            <a:ext cx="2020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5B6875"/>
                </a:solidFill>
                <a:latin typeface="Calibri"/>
              </a:rPr>
              <a:t>Program &amp; privacy readiness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30384" y="2423160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03536" y="2450592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R-22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Stand up the governance program (owner, polici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30384" y="2916936"/>
            <a:ext cx="20208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03536" y="2944368"/>
            <a:ext cx="192024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E7490"/>
                </a:solidFill>
                <a:latin typeface="Consolas"/>
              </a:rPr>
              <a:t>R-23  </a:t>
            </a:r>
            <a:r>
              <a:rPr sz="750" b="0" i="0">
                <a:solidFill>
                  <a:srgbClr val="1F2A37"/>
                </a:solidFill>
                <a:latin typeface="Calibri"/>
              </a:rPr>
              <a:t>Privacy release gate (TLS-before-PII, Art. 13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220"/>
                </a:solidFill>
                <a:latin typeface="Calibri"/>
              </a:rPr>
              <a:t>Quick wins (&lt; 1 sprint): </a:t>
            </a:r>
            <a:r>
              <a:rPr sz="1100" b="0" i="0">
                <a:solidFill>
                  <a:srgbClr val="0E7490"/>
                </a:solidFill>
                <a:latin typeface="Consolas"/>
              </a:rPr>
              <a:t>R-01, R-02, R-03, R-04, R-08, R-16, R-18, R-20, R-21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220"/>
                </a:solidFill>
                <a:latin typeface="Calibri"/>
              </a:rPr>
              <a:t>Priority sequence: 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R-01/R-02 (hours) + pull R-16 forward · then Wave 3 (R-09→R-10, R-14→R-13, R-11, R-12) to close KC03.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X / XI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X /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Compliance &amp; Privacy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5321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Compliance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SOC 2 Type II (2017 TSC)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A"/>
                </a:solidFill>
                <a:latin typeface="Consolas"/>
              </a:rPr>
              <a:t>15.7%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CIS AWS / cloud baseline (technical)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A"/>
                </a:solidFill>
                <a:latin typeface="Consolas"/>
              </a:rPr>
              <a:t>13.3%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37"/>
                </a:solidFill>
                <a:latin typeface="Calibri"/>
              </a:rPr>
              <a:t>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3464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A"/>
                </a:solidFill>
                <a:latin typeface="Consolas"/>
              </a:rPr>
              <a:t>15.0%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51206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A2536"/>
                </a:solidFill>
                <a:latin typeface="Calibri"/>
              </a:rPr>
              <a:t>Top gaps (all HIGH, audit-readiness on non-personal data):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No security audit trail (CloudTrail/flow/access logs) — GRC-004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No governance program (policies, IR, risk, training) — GRC-008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No encryption in transit (HTTP-only ALBs) — GRC-001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1">
                <a:solidFill>
                  <a:srgbClr val="5B6875"/>
                </a:solidFill>
                <a:latin typeface="Calibri"/>
              </a:rPr>
              <a:t>PCI-DSS &amp; HIPAA: Not Applicable (no cardholder data, no PHI).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234440"/>
            <a:ext cx="55321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37160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Privacy Posture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1874519"/>
            <a:ext cx="5074920" cy="822960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38528"/>
            <a:ext cx="48463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MINIMAL RISK / OUT OF SCOPE for data-protection law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No personal data processed (verified at source).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880360"/>
            <a:ext cx="512064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Login form is an inert demo stub (credentials never transmitted).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Catalog is non-personal (id/path/title); client IP not logged.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4 LINDDUN findings, all LOW today — each with a conditional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  severity that activates when auth + PII are introduced.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No GDPR / CCPA / HIPAA obligation is engaged.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A2536"/>
                </a:solidFill>
                <a:latin typeface="Calibri"/>
              </a:rPr>
              <a:t>Actionable signal: treat TLS + notice + ROPA/DSAR + log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A2536"/>
                </a:solidFill>
                <a:latin typeface="Calibri"/>
              </a:rPr>
              <a:t>minimization as a release gate BEFORE any personal-data feature.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685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XII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"/>
            <a:ext cx="56692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880"/>
            <a:ext cx="566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XII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3152"/>
            <a:ext cx="9601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Positive Observations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Genuine Strengths (credited)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5577840" cy="841248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82296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01368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Sound network segmentation — </a:t>
            </a:r>
            <a:r>
              <a:rPr sz="900" b="0" i="0">
                <a:solidFill>
                  <a:srgbClr val="C3CFDC"/>
                </a:solidFill>
                <a:latin typeface="Calibri"/>
              </a:rPr>
              <a:t>ECS tasks live in private subnets and their security groups admit ingress only from the paired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5577840" cy="841248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82296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15768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Resilience primitives are real — </a:t>
            </a:r>
            <a:r>
              <a:rPr sz="900" b="0" i="0">
                <a:solidFill>
                  <a:srgbClr val="C3CFDC"/>
                </a:solidFill>
                <a:latin typeface="Calibri"/>
              </a:rPr>
              <a:t>Multi-AZ ALBs and tasks, target-tracking autoscaling, and CodeDeploy blue/green with auto-rollba…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5577840" cy="841248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82296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30168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Partial IAM discipline — </a:t>
            </a:r>
            <a:r>
              <a:rPr sz="900" b="0" i="0">
                <a:solidFill>
                  <a:srgbClr val="C3CFDC"/>
                </a:solidFill>
                <a:latin typeface="Calibri"/>
              </a:rPr>
              <a:t>Role separation (execution / task / devops / codedeploy) exists, and the task role's DynamoDB an…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5577840" cy="841248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82296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44568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Small, injection-free surface — </a:t>
            </a:r>
            <a:r>
              <a:rPr sz="900" b="0" i="0">
                <a:solidFill>
                  <a:srgbClr val="C3CFDC"/>
                </a:solidFill>
                <a:latin typeface="Calibri"/>
              </a:rPr>
              <a:t>Three parameterless routes with no user-controlled input reaching any query/command/template sin…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94960"/>
            <a:ext cx="5577840" cy="841248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82296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458968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Clean secret hygiene in the tree — </a:t>
            </a:r>
            <a:r>
              <a:rPr sz="900" b="0" i="0">
                <a:solidFill>
                  <a:srgbClr val="C3CFDC"/>
                </a:solidFill>
                <a:latin typeface="Calibri"/>
              </a:rPr>
              <a:t>No committed keys/tokens; the single PAT is a sensitive Terraform variable (the issue is its sto…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Recommended 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737360"/>
            <a:ext cx="5394960" cy="105156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1993392"/>
            <a:ext cx="502920" cy="50292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9933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847088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Ship Wave-1 quick wins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194560"/>
            <a:ext cx="4526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3CFDC"/>
                </a:solidFill>
                <a:latin typeface="Calibri"/>
              </a:rPr>
              <a:t>Delete task-role PassRole *, enable TLS, gate Swagger, add CSP — hours of effort.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880360"/>
            <a:ext cx="5394960" cy="105156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3136392"/>
            <a:ext cx="502920" cy="50292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1363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990088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Turn on the audit-evidence 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337560"/>
            <a:ext cx="4526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3CFDC"/>
                </a:solidFill>
                <a:latin typeface="Calibri"/>
              </a:rPr>
              <a:t>CloudTrail + ALB/VPC flow logs + Config + GuardDuty (R-16) — makes every fix verifiable.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23360"/>
            <a:ext cx="5394960" cy="105156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4279392"/>
            <a:ext cx="502920" cy="50292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793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133088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Dismantle KC03 (Wave 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480560"/>
            <a:ext cx="4526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3CFDC"/>
                </a:solidFill>
                <a:latin typeface="Calibri"/>
              </a:rPr>
              <a:t>Secret/backend hardening, deploy approval gate, IMMUTABLE+scan ECR, scope DevOps role, de-privilege build.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166360"/>
            <a:ext cx="5394960" cy="1051560"/>
          </a:xfrm>
          <a:prstGeom prst="roundRect">
            <a:avLst/>
          </a:prstGeom>
          <a:solidFill>
            <a:srgbClr val="1A2536"/>
          </a:solidFill>
          <a:ln w="12700">
            <a:solidFill>
              <a:srgbClr val="2B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46520" y="5422392"/>
            <a:ext cx="502920" cy="50292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4223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276088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Stand up program &amp; privacy gates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623560"/>
            <a:ext cx="4526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3CFDC"/>
                </a:solidFill>
                <a:latin typeface="Calibri"/>
              </a:rPr>
              <a:t>Governance baseline (GRC-008) and a TLS-before-PII privacy release gate before productionization.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AWS ECS Fullstack App (Terraform Demo) · Consolidated Security Assessment · 2026-07-11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10528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8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